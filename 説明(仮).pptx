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20"/>
  </p:notesMasterIdLst>
  <p:sldIdLst>
    <p:sldId id="273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n" initials="l" lastIdx="1" clrIdx="0">
    <p:extLst>
      <p:ext uri="{19B8F6BF-5375-455C-9EA6-DF929625EA0E}">
        <p15:presenceInfo xmlns:p15="http://schemas.microsoft.com/office/powerpoint/2012/main" userId="S-1-5-21-2252281620-1332667408-3970086788-110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1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52D20-A2E7-4B18-AE74-296DB8792A18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3B965D-8B8C-47D4-A106-C664C9AD03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107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96F3-09A9-4711-BD2A-E88C46CBCEE8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46B4-E6B7-40D3-BFCD-FE9AA38265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072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96F3-09A9-4711-BD2A-E88C46CBCEE8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46B4-E6B7-40D3-BFCD-FE9AA38265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8572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96F3-09A9-4711-BD2A-E88C46CBCEE8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46B4-E6B7-40D3-BFCD-FE9AA38265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998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96F3-09A9-4711-BD2A-E88C46CBCEE8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46B4-E6B7-40D3-BFCD-FE9AA38265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2018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96F3-09A9-4711-BD2A-E88C46CBCEE8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46B4-E6B7-40D3-BFCD-FE9AA38265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7436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96F3-09A9-4711-BD2A-E88C46CBCEE8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46B4-E6B7-40D3-BFCD-FE9AA38265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4432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96F3-09A9-4711-BD2A-E88C46CBCEE8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46B4-E6B7-40D3-BFCD-FE9AA38265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3254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96F3-09A9-4711-BD2A-E88C46CBCEE8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46B4-E6B7-40D3-BFCD-FE9AA38265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4797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96F3-09A9-4711-BD2A-E88C46CBCEE8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46B4-E6B7-40D3-BFCD-FE9AA38265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8716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96F3-09A9-4711-BD2A-E88C46CBCEE8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46B4-E6B7-40D3-BFCD-FE9AA38265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319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96F3-09A9-4711-BD2A-E88C46CBCEE8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46B4-E6B7-40D3-BFCD-FE9AA382651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3274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96F3-09A9-4711-BD2A-E88C46CBCEE8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46B4-E6B7-40D3-BFCD-FE9AA38265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7305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96F3-09A9-4711-BD2A-E88C46CBCEE8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46B4-E6B7-40D3-BFCD-FE9AA382651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5155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96F3-09A9-4711-BD2A-E88C46CBCEE8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46B4-E6B7-40D3-BFCD-FE9AA38265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55667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96F3-09A9-4711-BD2A-E88C46CBCEE8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46B4-E6B7-40D3-BFCD-FE9AA38265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5807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96F3-09A9-4711-BD2A-E88C46CBCEE8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46B4-E6B7-40D3-BFCD-FE9AA38265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198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396F3-09A9-4711-BD2A-E88C46CBCEE8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46E46B4-E6B7-40D3-BFCD-FE9AA38265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0488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BF855AC-73E9-4818-814A-CF197EE83A07}"/>
              </a:ext>
            </a:extLst>
          </p:cNvPr>
          <p:cNvSpPr txBox="1"/>
          <p:nvPr/>
        </p:nvSpPr>
        <p:spPr>
          <a:xfrm>
            <a:off x="3026089" y="2155613"/>
            <a:ext cx="61398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6000" dirty="0"/>
              <a:t>Spring Boot</a:t>
            </a:r>
            <a:r>
              <a:rPr kumimoji="1" lang="ja-JP" altLang="en-US" sz="6000" dirty="0"/>
              <a:t> 応用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C2BAD95-8D06-4E3F-88C7-42D5A27A47B9}"/>
              </a:ext>
            </a:extLst>
          </p:cNvPr>
          <p:cNvSpPr txBox="1"/>
          <p:nvPr/>
        </p:nvSpPr>
        <p:spPr>
          <a:xfrm>
            <a:off x="2344811" y="3025005"/>
            <a:ext cx="75023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0" b="1" dirty="0"/>
              <a:t>Campus Trade</a:t>
            </a:r>
            <a:endParaRPr kumimoji="1" lang="ja-JP" alt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493859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9268B38-4310-4BEA-BDA1-F92FEF5878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31" t="11145" r="13470" b="6965"/>
          <a:stretch/>
        </p:blipFill>
        <p:spPr>
          <a:xfrm>
            <a:off x="1838199" y="1476934"/>
            <a:ext cx="9301750" cy="4997011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4B67E2A-9DB8-4651-B0DA-0677AE2463AA}"/>
              </a:ext>
            </a:extLst>
          </p:cNvPr>
          <p:cNvSpPr txBox="1"/>
          <p:nvPr/>
        </p:nvSpPr>
        <p:spPr>
          <a:xfrm>
            <a:off x="117987" y="384055"/>
            <a:ext cx="41344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dirty="0"/>
              <a:t>１、トップ画面</a:t>
            </a:r>
          </a:p>
        </p:txBody>
      </p:sp>
    </p:spTree>
    <p:extLst>
      <p:ext uri="{BB962C8B-B14F-4D97-AF65-F5344CB8AC3E}">
        <p14:creationId xmlns:p14="http://schemas.microsoft.com/office/powerpoint/2010/main" val="455981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797771B-8EA5-4381-9743-0BF05F0970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63" t="11144" r="13024" b="3284"/>
          <a:stretch/>
        </p:blipFill>
        <p:spPr>
          <a:xfrm>
            <a:off x="2084439" y="1319586"/>
            <a:ext cx="10107560" cy="5538414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8DF470-4F1F-4752-93F2-4E4984683F10}"/>
              </a:ext>
            </a:extLst>
          </p:cNvPr>
          <p:cNvSpPr txBox="1"/>
          <p:nvPr/>
        </p:nvSpPr>
        <p:spPr>
          <a:xfrm>
            <a:off x="117987" y="384055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dirty="0"/>
              <a:t>２、検索</a:t>
            </a:r>
          </a:p>
        </p:txBody>
      </p:sp>
    </p:spTree>
    <p:extLst>
      <p:ext uri="{BB962C8B-B14F-4D97-AF65-F5344CB8AC3E}">
        <p14:creationId xmlns:p14="http://schemas.microsoft.com/office/powerpoint/2010/main" val="2448257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B8894A0-5082-437E-A604-AB4F8405F8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7" t="4478" r="14254" b="4478"/>
          <a:stretch/>
        </p:blipFill>
        <p:spPr>
          <a:xfrm>
            <a:off x="2851355" y="1651200"/>
            <a:ext cx="9340644" cy="499526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9AAAE7D-E22E-433E-A9F1-C2C5430E2692}"/>
              </a:ext>
            </a:extLst>
          </p:cNvPr>
          <p:cNvSpPr txBox="1"/>
          <p:nvPr/>
        </p:nvSpPr>
        <p:spPr>
          <a:xfrm>
            <a:off x="117987" y="384055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dirty="0"/>
              <a:t>２、検索</a:t>
            </a:r>
          </a:p>
        </p:txBody>
      </p:sp>
    </p:spTree>
    <p:extLst>
      <p:ext uri="{BB962C8B-B14F-4D97-AF65-F5344CB8AC3E}">
        <p14:creationId xmlns:p14="http://schemas.microsoft.com/office/powerpoint/2010/main" val="265715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B3D8AC6-583C-4F12-BB55-67D9B1B31C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56" t="8756" r="13246" b="4677"/>
          <a:stretch/>
        </p:blipFill>
        <p:spPr>
          <a:xfrm>
            <a:off x="2576052" y="1369155"/>
            <a:ext cx="9615947" cy="5488844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1660FF2-9253-4A03-9449-C613B11BDAA0}"/>
              </a:ext>
            </a:extLst>
          </p:cNvPr>
          <p:cNvSpPr txBox="1"/>
          <p:nvPr/>
        </p:nvSpPr>
        <p:spPr>
          <a:xfrm>
            <a:off x="117987" y="384055"/>
            <a:ext cx="35702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dirty="0"/>
              <a:t>３、出品機能</a:t>
            </a:r>
          </a:p>
        </p:txBody>
      </p:sp>
    </p:spTree>
    <p:extLst>
      <p:ext uri="{BB962C8B-B14F-4D97-AF65-F5344CB8AC3E}">
        <p14:creationId xmlns:p14="http://schemas.microsoft.com/office/powerpoint/2010/main" val="3933400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77367FC-10B5-490E-85E3-39868BAA7E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00" t="11144" r="13631" b="2089"/>
          <a:stretch/>
        </p:blipFill>
        <p:spPr>
          <a:xfrm>
            <a:off x="0" y="764274"/>
            <a:ext cx="12192000" cy="595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745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0B888FA-2F6A-43BD-A189-AB28AFD46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748"/>
            <a:ext cx="12192000" cy="590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38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180B07A-9B45-45C4-ACE6-7619F1460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8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423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F144084-00A7-4BDC-87C3-A324BBA44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748"/>
            <a:ext cx="12192000" cy="590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1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F87B316-866D-41A1-A6FC-B36A9EC82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748"/>
            <a:ext cx="12192000" cy="590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47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8C8EB25-058D-4D2B-B38E-8DAB47226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748"/>
            <a:ext cx="12192000" cy="590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91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1CA0977-8976-407A-B484-93A85DE60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748"/>
            <a:ext cx="12192000" cy="590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390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F3C884C-CB88-4E08-AED8-02623F175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748"/>
            <a:ext cx="12192000" cy="590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82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05F4BC1-D776-42CA-A9B6-090FAA64F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748"/>
            <a:ext cx="12192000" cy="638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628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39E94B5-4981-4460-9121-25D0519CA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8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794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CBF86A1-9313-490C-8163-4E3A6410E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748"/>
            <a:ext cx="12192000" cy="590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423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F9A7138-6773-406B-BFEE-725AE1B24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8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206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E82FBA7-9062-447D-8E6F-08E55287FA55}"/>
              </a:ext>
            </a:extLst>
          </p:cNvPr>
          <p:cNvSpPr txBox="1"/>
          <p:nvPr/>
        </p:nvSpPr>
        <p:spPr>
          <a:xfrm>
            <a:off x="0" y="2685327"/>
            <a:ext cx="1219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600" dirty="0"/>
              <a:t>ご清聴ありがとうございました</a:t>
            </a:r>
          </a:p>
        </p:txBody>
      </p:sp>
    </p:spTree>
    <p:extLst>
      <p:ext uri="{BB962C8B-B14F-4D97-AF65-F5344CB8AC3E}">
        <p14:creationId xmlns:p14="http://schemas.microsoft.com/office/powerpoint/2010/main" val="3413009272"/>
      </p:ext>
    </p:extLst>
  </p:cSld>
  <p:clrMapOvr>
    <a:masterClrMapping/>
  </p:clrMapOvr>
</p:sld>
</file>

<file path=ppt/theme/theme1.xml><?xml version="1.0" encoding="utf-8"?>
<a:theme xmlns:a="http://schemas.openxmlformats.org/drawingml/2006/main" name="ファセット">
  <a:themeElements>
    <a:clrScheme name="ファセット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ファセット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ファセッ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</TotalTime>
  <Words>22</Words>
  <Application>Microsoft Office PowerPoint</Application>
  <PresentationFormat>ワイド画面</PresentationFormat>
  <Paragraphs>7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3" baseType="lpstr">
      <vt:lpstr>游ゴシック</vt:lpstr>
      <vt:lpstr>Arial</vt:lpstr>
      <vt:lpstr>Trebuchet MS</vt:lpstr>
      <vt:lpstr>Wingdings 3</vt:lpstr>
      <vt:lpstr>ファセット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lon</dc:creator>
  <cp:lastModifiedBy>lon</cp:lastModifiedBy>
  <cp:revision>6</cp:revision>
  <dcterms:created xsi:type="dcterms:W3CDTF">2026-07-23T00:38:49Z</dcterms:created>
  <dcterms:modified xsi:type="dcterms:W3CDTF">2026-07-23T02:07:06Z</dcterms:modified>
</cp:coreProperties>
</file>