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7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13F2D-3F8F-4A8C-BC1C-04140E21CD46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C029-5075-4198-A476-BC840E0BB4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1927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C029-5075-4198-A476-BC840E0BB4D0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315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369F-5421-428D-8D7B-3E6EE0F5BDD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A50D3-0D09-4CB4-856D-9CDDA7B88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1051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369F-5421-428D-8D7B-3E6EE0F5BDD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A50D3-0D09-4CB4-856D-9CDDA7B88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3456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369F-5421-428D-8D7B-3E6EE0F5BDD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A50D3-0D09-4CB4-856D-9CDDA7B88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3994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369F-5421-428D-8D7B-3E6EE0F5BDD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A50D3-0D09-4CB4-856D-9CDDA7B88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3661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369F-5421-428D-8D7B-3E6EE0F5BDD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A50D3-0D09-4CB4-856D-9CDDA7B88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438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369F-5421-428D-8D7B-3E6EE0F5BDD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A50D3-0D09-4CB4-856D-9CDDA7B88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1551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369F-5421-428D-8D7B-3E6EE0F5BDD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A50D3-0D09-4CB4-856D-9CDDA7B88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6956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369F-5421-428D-8D7B-3E6EE0F5BDD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A50D3-0D09-4CB4-856D-9CDDA7B88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2073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369F-5421-428D-8D7B-3E6EE0F5BDD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A50D3-0D09-4CB4-856D-9CDDA7B88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18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369F-5421-428D-8D7B-3E6EE0F5BDD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A50D3-0D09-4CB4-856D-9CDDA7B88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7303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369F-5421-428D-8D7B-3E6EE0F5BDD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A50D3-0D09-4CB4-856D-9CDDA7B88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5820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369F-5421-428D-8D7B-3E6EE0F5BDD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A50D3-0D09-4CB4-856D-9CDDA7B88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7960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369F-5421-428D-8D7B-3E6EE0F5BDD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A50D3-0D09-4CB4-856D-9CDDA7B88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362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369F-5421-428D-8D7B-3E6EE0F5BDD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A50D3-0D09-4CB4-856D-9CDDA7B88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044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369F-5421-428D-8D7B-3E6EE0F5BDD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A50D3-0D09-4CB4-856D-9CDDA7B88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7362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369F-5421-428D-8D7B-3E6EE0F5BDD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A50D3-0D09-4CB4-856D-9CDDA7B88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814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5369F-5421-428D-8D7B-3E6EE0F5BDDD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23A50D3-0D09-4CB4-856D-9CDDA7B88E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345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E0D950-8A4B-4D0A-8C33-B8DEB94DD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842" y="2404534"/>
            <a:ext cx="9744501" cy="1646302"/>
          </a:xfrm>
        </p:spPr>
        <p:txBody>
          <a:bodyPr/>
          <a:lstStyle/>
          <a:p>
            <a:r>
              <a:rPr kumimoji="1" lang="en-US" altLang="ja-JP" sz="6600" b="1" dirty="0"/>
              <a:t>Spring Boot</a:t>
            </a:r>
            <a:r>
              <a:rPr lang="ja-JP" altLang="en-US" sz="6600" b="1" dirty="0"/>
              <a:t> チーム開発</a:t>
            </a:r>
            <a:endParaRPr kumimoji="1" lang="ja-JP" altLang="en-US" sz="6600" b="1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F61F557-0E32-4CFF-8EF0-30F41E970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2407" y="4050836"/>
            <a:ext cx="7766936" cy="1096899"/>
          </a:xfrm>
        </p:spPr>
        <p:txBody>
          <a:bodyPr>
            <a:normAutofit/>
          </a:bodyPr>
          <a:lstStyle/>
          <a:p>
            <a:r>
              <a:rPr kumimoji="1" lang="ja-JP" altLang="en-US" sz="4000" b="1" dirty="0"/>
              <a:t>０１カフェイン</a:t>
            </a:r>
          </a:p>
        </p:txBody>
      </p:sp>
    </p:spTree>
    <p:extLst>
      <p:ext uri="{BB962C8B-B14F-4D97-AF65-F5344CB8AC3E}">
        <p14:creationId xmlns:p14="http://schemas.microsoft.com/office/powerpoint/2010/main" val="835571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6513F6-AD98-48C3-A926-E1ACF9884E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F48A0DB-C7C7-494D-96B7-819B016EEA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6780295"/>
      </p:ext>
    </p:extLst>
  </p:cSld>
  <p:clrMapOvr>
    <a:masterClrMapping/>
  </p:clrMapOvr>
</p:sld>
</file>

<file path=ppt/theme/theme1.xml><?xml version="1.0" encoding="utf-8"?>
<a:theme xmlns:a="http://schemas.openxmlformats.org/drawingml/2006/main" name="ファセット">
  <a:themeElements>
    <a:clrScheme name="ファセット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ファセット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ファセッ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135</TotalTime>
  <Words>7</Words>
  <Application>Microsoft Office PowerPoint</Application>
  <PresentationFormat>ワイド画面</PresentationFormat>
  <Paragraphs>3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Arial</vt:lpstr>
      <vt:lpstr>Trebuchet MS</vt:lpstr>
      <vt:lpstr>Wingdings 3</vt:lpstr>
      <vt:lpstr>ファセット</vt:lpstr>
      <vt:lpstr>Spring Boot チーム開発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チーム開発</dc:title>
  <dc:creator>lon</dc:creator>
  <cp:lastModifiedBy>lon</cp:lastModifiedBy>
  <cp:revision>2</cp:revision>
  <dcterms:created xsi:type="dcterms:W3CDTF">2026-07-21T01:04:42Z</dcterms:created>
  <dcterms:modified xsi:type="dcterms:W3CDTF">2026-07-21T03:20:32Z</dcterms:modified>
</cp:coreProperties>
</file>